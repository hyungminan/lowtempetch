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81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2FA"/>
    <a:srgbClr val="CF77F3"/>
    <a:srgbClr val="D479F8"/>
    <a:srgbClr val="797979"/>
    <a:srgbClr val="91B2DD"/>
    <a:srgbClr val="6C6CF8"/>
    <a:srgbClr val="DCDCDC"/>
    <a:srgbClr val="FBFBFB"/>
    <a:srgbClr val="F4F4F4"/>
    <a:srgbClr val="CC7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6590" autoAdjust="0"/>
  </p:normalViewPr>
  <p:slideViewPr>
    <p:cSldViewPr snapToGrid="0">
      <p:cViewPr varScale="1">
        <p:scale>
          <a:sx n="100" d="100"/>
          <a:sy n="100" d="100"/>
        </p:scale>
        <p:origin x="834" y="90"/>
      </p:cViewPr>
      <p:guideLst/>
    </p:cSldViewPr>
  </p:slideViewPr>
  <p:outlineViewPr>
    <p:cViewPr>
      <p:scale>
        <a:sx n="33" d="100"/>
        <a:sy n="33" d="100"/>
      </p:scale>
      <p:origin x="0" y="-180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D7BA3-9DC2-4982-A3FC-D025F61BE6A9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7AE93-0D24-4F4E-9CFE-DB0468AF54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1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62BF-3DD9-F63B-B2E1-CA458832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767DE7-AD72-0078-9F8C-B2DB141D5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322DC1-C2D3-0387-094C-B3F208667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A82B3-C4B6-0CAC-3DAF-124ADF866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7AE93-0D24-4F4E-9CFE-DB0468AF543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39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2378D-D78D-415C-8DD1-8F10C968F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E358BD-F6CA-4413-BD6D-AA0A4C85F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667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EEE08-7709-47ED-A6DE-83C2FDF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6F572-49F0-462F-97D7-7BE6A4E0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55195-C334-4019-9943-EE0E8419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29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66EA5-D24D-4105-B851-5BFF823E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689FB-282E-4FF8-94E1-179AFAA6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F4421-7473-4DBA-BB34-847EC52D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55D89-55C1-4EEB-9B4C-893DDF98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5A361-62E8-4432-BF86-EADAF9A2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1E710-BBE5-4544-BD7B-8F0603D1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C83AEE-532C-4E12-A2B0-BE192ACE2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34D33-D689-467A-B40B-3D1F2A5D6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645B4-A44D-4AA8-ACE4-E7E2C911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12AE7-215B-462D-BE72-01DF5D33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2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85DFD-19EB-468B-9331-4B169236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BB9E3-D42E-46A7-8321-30C51B1FE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D1AAD-A527-4FC7-AF92-3D2C71D6B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1A034-5307-40CF-BCA7-17D4E92D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820822-58F2-4FB5-8D08-785BD2F5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AC56D2-FD9F-48A6-A77C-8E0042A5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7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32663-D145-4CF5-9B6D-86210F8D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582F3-24FA-456F-85E4-DF646A99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9E0FD3-CC8D-4157-AFBB-8E846181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477A41-D5C4-44E8-BB5F-2A20B8D79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152EBE-131D-49F9-82A8-5D050E54B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768554-8720-40A3-8D2F-CFCD6D51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C999E0-13A4-46B5-8525-B3A4332A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275256-72AE-4CE9-8373-26BCEC0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1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A38B8-D9AE-48C0-8C0A-2C054EBC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3441F2-416C-4DCE-9F8C-1BAE6786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DDA161-4894-4F82-B188-800456AD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F9BA4C-B570-4974-9AC1-3BAFF73A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23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D54197-DF6A-461B-8B8F-F25A1C18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8D4FAA-E6AC-4E35-9B08-48E156F5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6F8D-8CD3-476D-A7C9-0AE0EB36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6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CA2E3-5487-470F-A705-915E92A5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052E0-3A46-4128-B81E-4332FD9A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516CE3-19AC-4D69-AD3A-B1DA0D60D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29AD0-3673-4546-89DD-E0911A11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390E6B-F3D8-4AD8-849B-3A10A41B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AD7FB6-CAC5-4FDC-AE4C-1009F0DA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4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D0373-9921-455F-AA8C-9768338A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F9FC78-C460-452E-A58E-F7F1AAB08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475B7E-A4D5-45FF-9B41-2D10D08D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BA3A8-8990-495C-8100-42AA31C3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CEACF7-8BD4-4C94-ADD9-247C4C56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74418F-075E-4F2B-B048-5AB13698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7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E7E25-8790-41F1-AB0E-C781AF2D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92D407-614C-4CF3-9587-C7515CF3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8B73F-7701-4CC2-ABEA-B41008D5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80543-E672-491C-B1B3-DAA2B1D2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7FA70-D7AB-4711-ACBF-B196DAA9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45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0869EE-8A4E-4380-B8F9-78F3683AF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B1E8F3-62F2-4ABB-8F5D-66720217E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EA6A4-E9B5-4313-B5E2-CC6C420B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3594FD-0305-4FA5-B16D-36C2BF35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D056F-2CD6-4993-A740-9495B034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93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66EA5-D24D-4105-B851-5BFF823E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157736"/>
            <a:ext cx="8543745" cy="333970"/>
          </a:xfrm>
        </p:spPr>
        <p:txBody>
          <a:bodyPr>
            <a:no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5A361-62E8-4432-BF86-EADAF9A2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675" y="104533"/>
            <a:ext cx="569634" cy="440376"/>
          </a:xfrm>
        </p:spPr>
        <p:txBody>
          <a:bodyPr/>
          <a:lstStyle>
            <a:lvl1pPr>
              <a:defRPr sz="2000"/>
            </a:lvl1pPr>
          </a:lstStyle>
          <a:p>
            <a:fld id="{C68A7AE9-EEF5-4FEA-92B0-19A823A5F40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81155" y="560717"/>
            <a:ext cx="118851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829675" y="157736"/>
            <a:ext cx="2819400" cy="333970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1724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7E3902-6C13-4ECB-9C8F-33C09847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0D1CA-A5BB-42F1-841D-3D73F884C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19BD6-1C24-4B95-A4F3-669BF944C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E8703-8B0A-4936-9096-01DE2935F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18357-F892-4579-9B4B-4842E7AD3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defRPr>
            </a:lvl1pPr>
          </a:lstStyle>
          <a:p>
            <a:fld id="{C68A7AE9-EEF5-4FEA-92B0-19A823A5F4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24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30000"/>
              </a:schemeClr>
            </a:solidFill>
          </a:ln>
          <a:solidFill>
            <a:schemeClr val="tx1"/>
          </a:solidFill>
          <a:latin typeface="Arial" panose="020B0604020202020204" pitchFamily="34" charset="0"/>
          <a:ea typeface="나눔고딕" panose="020D0604000000000000" pitchFamily="50" charset="-127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F37E-1049-7CB7-BD1C-DA019D70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9235E6F-19CA-4B57-D432-BF123A22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157736"/>
            <a:ext cx="9629596" cy="333970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0B1FC69-82EB-61DB-2ABF-BF34AF54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7AE9-EEF5-4FEA-92B0-19A823A5F40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575" y="5876644"/>
            <a:ext cx="3371850" cy="701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7850" y="5895768"/>
            <a:ext cx="41389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ko-KR" altLang="en-US" sz="20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00552" y="5895768"/>
            <a:ext cx="37061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ko-KR" altLang="en-US" sz="20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27056" y="5924269"/>
            <a:ext cx="370614" cy="49699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ko-KR" altLang="en-US" sz="20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26045" y="5924269"/>
            <a:ext cx="341760" cy="49699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ko-KR" altLang="en-US" sz="2000" dirty="0" err="1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145" y="3257896"/>
            <a:ext cx="2309613" cy="432583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3427976" y="1644522"/>
            <a:ext cx="3397508" cy="1459690"/>
            <a:chOff x="4432208" y="2590800"/>
            <a:chExt cx="4673527" cy="200791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2208" y="2590800"/>
              <a:ext cx="1964074" cy="2007915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2029" y="2590801"/>
              <a:ext cx="2483706" cy="2007914"/>
            </a:xfrm>
            <a:prstGeom prst="rect">
              <a:avLst/>
            </a:prstGeom>
          </p:spPr>
        </p:pic>
      </p:grpSp>
      <p:grpSp>
        <p:nvGrpSpPr>
          <p:cNvPr id="142" name="그룹 141"/>
          <p:cNvGrpSpPr/>
          <p:nvPr/>
        </p:nvGrpSpPr>
        <p:grpSpPr>
          <a:xfrm>
            <a:off x="2211554" y="1184797"/>
            <a:ext cx="697180" cy="2895777"/>
            <a:chOff x="259835" y="752214"/>
            <a:chExt cx="2200275" cy="5962911"/>
          </a:xfrm>
        </p:grpSpPr>
        <p:grpSp>
          <p:nvGrpSpPr>
            <p:cNvPr id="139" name="그룹 138"/>
            <p:cNvGrpSpPr/>
            <p:nvPr/>
          </p:nvGrpSpPr>
          <p:grpSpPr>
            <a:xfrm>
              <a:off x="259835" y="753584"/>
              <a:ext cx="2200275" cy="5961541"/>
              <a:chOff x="259835" y="753584"/>
              <a:chExt cx="2200275" cy="5961541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259835" y="753584"/>
                <a:ext cx="2200275" cy="311817"/>
              </a:xfrm>
              <a:prstGeom prst="rect">
                <a:avLst/>
              </a:prstGeom>
              <a:solidFill>
                <a:srgbClr val="7979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6" name="그룹 135"/>
              <p:cNvGrpSpPr/>
              <p:nvPr/>
            </p:nvGrpSpPr>
            <p:grpSpPr>
              <a:xfrm>
                <a:off x="259835" y="1065401"/>
                <a:ext cx="2200275" cy="5170299"/>
                <a:chOff x="259835" y="1065401"/>
                <a:chExt cx="2200275" cy="5170299"/>
              </a:xfrm>
            </p:grpSpPr>
            <p:grpSp>
              <p:nvGrpSpPr>
                <p:cNvPr id="104" name="그룹 103"/>
                <p:cNvGrpSpPr/>
                <p:nvPr/>
              </p:nvGrpSpPr>
              <p:grpSpPr>
                <a:xfrm>
                  <a:off x="259835" y="1065401"/>
                  <a:ext cx="2200275" cy="2586263"/>
                  <a:chOff x="259835" y="1687701"/>
                  <a:chExt cx="2200275" cy="2586263"/>
                </a:xfrm>
              </p:grpSpPr>
              <p:grpSp>
                <p:nvGrpSpPr>
                  <p:cNvPr id="58" name="그룹 57"/>
                  <p:cNvGrpSpPr/>
                  <p:nvPr/>
                </p:nvGrpSpPr>
                <p:grpSpPr>
                  <a:xfrm>
                    <a:off x="259835" y="1687701"/>
                    <a:ext cx="2200275" cy="1295400"/>
                    <a:chOff x="259835" y="1687701"/>
                    <a:chExt cx="2200275" cy="1295400"/>
                  </a:xfrm>
                </p:grpSpPr>
                <p:grpSp>
                  <p:nvGrpSpPr>
                    <p:cNvPr id="36" name="그룹 35"/>
                    <p:cNvGrpSpPr/>
                    <p:nvPr/>
                  </p:nvGrpSpPr>
                  <p:grpSpPr>
                    <a:xfrm>
                      <a:off x="259835" y="16877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25" name="그룹 24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20" name="직사각형 19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22" name="직사각형 21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27" name="그룹 26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28" name="직사각형 27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29" name="직사각형 28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  <p:grpSp>
                  <p:nvGrpSpPr>
                    <p:cNvPr id="51" name="그룹 50"/>
                    <p:cNvGrpSpPr/>
                    <p:nvPr/>
                  </p:nvGrpSpPr>
                  <p:grpSpPr>
                    <a:xfrm>
                      <a:off x="259835" y="23354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52" name="그룹 51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56" name="직사각형 55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57" name="직사각형 56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53" name="그룹 52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54" name="직사각형 53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55" name="직사각형 54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</p:grpSp>
              <p:grpSp>
                <p:nvGrpSpPr>
                  <p:cNvPr id="59" name="그룹 58"/>
                  <p:cNvGrpSpPr/>
                  <p:nvPr/>
                </p:nvGrpSpPr>
                <p:grpSpPr>
                  <a:xfrm>
                    <a:off x="259835" y="2978564"/>
                    <a:ext cx="2200275" cy="1295400"/>
                    <a:chOff x="259835" y="1687701"/>
                    <a:chExt cx="2200275" cy="1295400"/>
                  </a:xfrm>
                </p:grpSpPr>
                <p:grpSp>
                  <p:nvGrpSpPr>
                    <p:cNvPr id="60" name="그룹 59"/>
                    <p:cNvGrpSpPr/>
                    <p:nvPr/>
                  </p:nvGrpSpPr>
                  <p:grpSpPr>
                    <a:xfrm>
                      <a:off x="259835" y="16877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68" name="그룹 67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72" name="직사각형 71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73" name="직사각형 72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69" name="그룹 68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70" name="직사각형 69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71" name="직사각형 70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  <p:grpSp>
                  <p:nvGrpSpPr>
                    <p:cNvPr id="61" name="그룹 60"/>
                    <p:cNvGrpSpPr/>
                    <p:nvPr/>
                  </p:nvGrpSpPr>
                  <p:grpSpPr>
                    <a:xfrm>
                      <a:off x="259835" y="23354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62" name="그룹 61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66" name="직사각형 65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67" name="직사각형 66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63" name="그룹 62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64" name="직사각형 63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65" name="직사각형 64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05" name="그룹 104"/>
                <p:cNvGrpSpPr/>
                <p:nvPr/>
              </p:nvGrpSpPr>
              <p:grpSpPr>
                <a:xfrm>
                  <a:off x="259835" y="3649437"/>
                  <a:ext cx="2200275" cy="2586263"/>
                  <a:chOff x="259835" y="1687701"/>
                  <a:chExt cx="2200275" cy="2586263"/>
                </a:xfrm>
              </p:grpSpPr>
              <p:grpSp>
                <p:nvGrpSpPr>
                  <p:cNvPr id="106" name="그룹 105"/>
                  <p:cNvGrpSpPr/>
                  <p:nvPr/>
                </p:nvGrpSpPr>
                <p:grpSpPr>
                  <a:xfrm>
                    <a:off x="259835" y="1687701"/>
                    <a:ext cx="2200275" cy="1295400"/>
                    <a:chOff x="259835" y="1687701"/>
                    <a:chExt cx="2200275" cy="1295400"/>
                  </a:xfrm>
                </p:grpSpPr>
                <p:grpSp>
                  <p:nvGrpSpPr>
                    <p:cNvPr id="122" name="그룹 121"/>
                    <p:cNvGrpSpPr/>
                    <p:nvPr/>
                  </p:nvGrpSpPr>
                  <p:grpSpPr>
                    <a:xfrm>
                      <a:off x="259835" y="16877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130" name="그룹 129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34" name="직사각형 133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35" name="직사각형 134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31" name="그룹 130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32" name="직사각형 131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33" name="직사각형 132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  <p:grpSp>
                  <p:nvGrpSpPr>
                    <p:cNvPr id="123" name="그룹 122"/>
                    <p:cNvGrpSpPr/>
                    <p:nvPr/>
                  </p:nvGrpSpPr>
                  <p:grpSpPr>
                    <a:xfrm>
                      <a:off x="259835" y="23354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124" name="그룹 123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28" name="직사각형 127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29" name="직사각형 128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25" name="그룹 124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26" name="직사각형 125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27" name="직사각형 126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</p:grpSp>
              <p:grpSp>
                <p:nvGrpSpPr>
                  <p:cNvPr id="107" name="그룹 106"/>
                  <p:cNvGrpSpPr/>
                  <p:nvPr/>
                </p:nvGrpSpPr>
                <p:grpSpPr>
                  <a:xfrm>
                    <a:off x="259835" y="2978564"/>
                    <a:ext cx="2200275" cy="1295400"/>
                    <a:chOff x="259835" y="1687701"/>
                    <a:chExt cx="2200275" cy="1295400"/>
                  </a:xfrm>
                </p:grpSpPr>
                <p:grpSp>
                  <p:nvGrpSpPr>
                    <p:cNvPr id="108" name="그룹 107"/>
                    <p:cNvGrpSpPr/>
                    <p:nvPr/>
                  </p:nvGrpSpPr>
                  <p:grpSpPr>
                    <a:xfrm>
                      <a:off x="259835" y="16877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116" name="그룹 115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20" name="직사각형 119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21" name="직사각형 120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17" name="그룹 116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18" name="직사각형 117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19" name="직사각형 118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  <p:grpSp>
                  <p:nvGrpSpPr>
                    <p:cNvPr id="109" name="그룹 108"/>
                    <p:cNvGrpSpPr/>
                    <p:nvPr/>
                  </p:nvGrpSpPr>
                  <p:grpSpPr>
                    <a:xfrm>
                      <a:off x="259835" y="2335401"/>
                      <a:ext cx="2200275" cy="647700"/>
                      <a:chOff x="259835" y="1687701"/>
                      <a:chExt cx="2200275" cy="647700"/>
                    </a:xfrm>
                  </p:grpSpPr>
                  <p:grpSp>
                    <p:nvGrpSpPr>
                      <p:cNvPr id="110" name="그룹 109"/>
                      <p:cNvGrpSpPr/>
                      <p:nvPr/>
                    </p:nvGrpSpPr>
                    <p:grpSpPr>
                      <a:xfrm>
                        <a:off x="259835" y="168770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14" name="직사각형 113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15" name="직사각형 114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11" name="그룹 110"/>
                      <p:cNvGrpSpPr/>
                      <p:nvPr/>
                    </p:nvGrpSpPr>
                    <p:grpSpPr>
                      <a:xfrm>
                        <a:off x="259835" y="2011551"/>
                        <a:ext cx="2200275" cy="323850"/>
                        <a:chOff x="259835" y="1687701"/>
                        <a:chExt cx="2200275" cy="323850"/>
                      </a:xfrm>
                    </p:grpSpPr>
                    <p:sp>
                      <p:nvSpPr>
                        <p:cNvPr id="112" name="직사각형 111"/>
                        <p:cNvSpPr/>
                        <p:nvPr/>
                      </p:nvSpPr>
                      <p:spPr>
                        <a:xfrm>
                          <a:off x="259835" y="1687701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rgbClr val="91B2DD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13" name="직사각형 112"/>
                        <p:cNvSpPr/>
                        <p:nvPr/>
                      </p:nvSpPr>
                      <p:spPr>
                        <a:xfrm>
                          <a:off x="259835" y="1849626"/>
                          <a:ext cx="2200275" cy="161925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</p:grpSp>
              </p:grpSp>
            </p:grpSp>
          </p:grpSp>
          <p:sp>
            <p:nvSpPr>
              <p:cNvPr id="137" name="직사각형 136"/>
              <p:cNvSpPr/>
              <p:nvPr/>
            </p:nvSpPr>
            <p:spPr>
              <a:xfrm>
                <a:off x="259835" y="6227431"/>
                <a:ext cx="2200275" cy="487694"/>
              </a:xfrm>
              <a:prstGeom prst="rect">
                <a:avLst/>
              </a:prstGeom>
              <a:solidFill>
                <a:srgbClr val="7979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8" name="직사각형 137"/>
            <p:cNvSpPr/>
            <p:nvPr/>
          </p:nvSpPr>
          <p:spPr>
            <a:xfrm>
              <a:off x="927914" y="752381"/>
              <a:ext cx="845065" cy="54750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915181" y="752214"/>
              <a:ext cx="94469" cy="5475049"/>
            </a:xfrm>
            <a:prstGeom prst="rect">
              <a:avLst/>
            </a:prstGeom>
            <a:solidFill>
              <a:srgbClr val="EAC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1685925" y="752214"/>
              <a:ext cx="94469" cy="5475049"/>
            </a:xfrm>
            <a:prstGeom prst="rect">
              <a:avLst/>
            </a:prstGeom>
            <a:solidFill>
              <a:srgbClr val="EAC2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1460009" y="996362"/>
            <a:ext cx="675185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endParaRPr lang="ko-KR" altLang="en-US" sz="1600" dirty="0" err="1" smtClean="0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078494" y="2243093"/>
            <a:ext cx="1056700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US" altLang="ko-KR" sz="1600" baseline="-250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6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ko-KR" sz="16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SiN</a:t>
            </a:r>
            <a:r>
              <a:rPr lang="en-US" altLang="ko-KR" sz="1600" baseline="-250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600" baseline="-25000" dirty="0" err="1" smtClean="0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72082" y="3635647"/>
            <a:ext cx="1063112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Substrate</a:t>
            </a:r>
            <a:endParaRPr lang="ko-KR" altLang="en-US" sz="1600" baseline="-25000" dirty="0" err="1" smtClean="0">
              <a:ln>
                <a:solidFill>
                  <a:schemeClr val="tx1">
                    <a:alpha val="30000"/>
                  </a:schemeClr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7" name="직선 연결선 146"/>
          <p:cNvCxnSpPr/>
          <p:nvPr/>
        </p:nvCxnSpPr>
        <p:spPr>
          <a:xfrm flipV="1">
            <a:off x="2691010" y="1439991"/>
            <a:ext cx="543454" cy="10742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>
            <a:stCxn id="141" idx="3"/>
          </p:cNvCxnSpPr>
          <p:nvPr/>
        </p:nvCxnSpPr>
        <p:spPr>
          <a:xfrm>
            <a:off x="2693358" y="2514225"/>
            <a:ext cx="541106" cy="1294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/>
          <p:cNvSpPr/>
          <p:nvPr/>
        </p:nvSpPr>
        <p:spPr>
          <a:xfrm>
            <a:off x="3254161" y="1431188"/>
            <a:ext cx="3735434" cy="2377245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5022" y="1416897"/>
            <a:ext cx="4594019" cy="23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6543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  <p:par>
              <p:cTn id="3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50000"/>
          </a:lnSpc>
          <a:defRPr sz="1600" dirty="0" err="1" smtClean="0">
            <a:ln>
              <a:solidFill>
                <a:schemeClr val="tx1">
                  <a:alpha val="30000"/>
                </a:schemeClr>
              </a:solidFill>
            </a:ln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127023</TotalTime>
  <Words>9</Words>
  <Application>Microsoft Office PowerPoint</Application>
  <PresentationFormat>와이드스크린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형민</dc:creator>
  <cp:lastModifiedBy>New_guy</cp:lastModifiedBy>
  <cp:revision>7265</cp:revision>
  <dcterms:created xsi:type="dcterms:W3CDTF">2022-02-10T15:16:53Z</dcterms:created>
  <dcterms:modified xsi:type="dcterms:W3CDTF">2024-12-09T07:46:30Z</dcterms:modified>
</cp:coreProperties>
</file>