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813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79F8"/>
    <a:srgbClr val="6C6CF8"/>
    <a:srgbClr val="DCDCDC"/>
    <a:srgbClr val="FBFBFB"/>
    <a:srgbClr val="F4F4F4"/>
    <a:srgbClr val="CC75EF"/>
    <a:srgbClr val="FFFFFF"/>
    <a:srgbClr val="0026F9"/>
    <a:srgbClr val="F40C0C"/>
    <a:srgbClr val="E8C2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86590" autoAdjust="0"/>
  </p:normalViewPr>
  <p:slideViewPr>
    <p:cSldViewPr snapToGrid="0">
      <p:cViewPr varScale="1">
        <p:scale>
          <a:sx n="98" d="100"/>
          <a:sy n="98" d="100"/>
        </p:scale>
        <p:origin x="-492" y="84"/>
      </p:cViewPr>
      <p:guideLst/>
    </p:cSldViewPr>
  </p:slideViewPr>
  <p:outlineViewPr>
    <p:cViewPr>
      <p:scale>
        <a:sx n="33" d="100"/>
        <a:sy n="33" d="100"/>
      </p:scale>
      <p:origin x="0" y="-180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FD7BA3-9DC2-4982-A3FC-D025F61BE6A9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7AE93-0D24-4F4E-9CFE-DB0468AF54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613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62BF-3DD9-F63B-B2E1-CA458832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767DE7-AD72-0078-9F8C-B2DB141D5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322DC1-C2D3-0387-094C-B3F208667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A82B3-C4B6-0CAC-3DAF-124ADF8664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87AE93-0D24-4F4E-9CFE-DB0468AF543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413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2378D-D78D-415C-8DD1-8F10C968F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E358BD-F6CA-4413-BD6D-AA0A4C85F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6678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2EEE08-7709-47ED-A6DE-83C2FDF8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A6F572-49F0-462F-97D7-7BE6A4E0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55195-C334-4019-9943-EE0E8419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29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66EA5-D24D-4105-B851-5BFF823E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689FB-282E-4FF8-94E1-179AFAA62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F4421-7473-4DBA-BB34-847EC52D6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55D89-55C1-4EEB-9B4C-893DDF98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5A361-62E8-4432-BF86-EADAF9A2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21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1E710-BBE5-4544-BD7B-8F0603D1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C83AEE-532C-4E12-A2B0-BE192ACE2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34D33-D689-467A-B40B-3D1F2A5D6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0645B4-A44D-4AA8-ACE4-E7E2C911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612AE7-215B-462D-BE72-01DF5D33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92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85DFD-19EB-468B-9331-4B169236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8BB9E3-D42E-46A7-8321-30C51B1FE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AD1AAD-A527-4FC7-AF92-3D2C71D6B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31A034-5307-40CF-BCA7-17D4E92D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820822-58F2-4FB5-8D08-785BD2F53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AC56D2-FD9F-48A6-A77C-8E0042A5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77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32663-D145-4CF5-9B6D-86210F8D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B582F3-24FA-456F-85E4-DF646A99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9E0FD3-CC8D-4157-AFBB-8E846181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477A41-D5C4-44E8-BB5F-2A20B8D79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152EBE-131D-49F9-82A8-5D050E54B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768554-8720-40A3-8D2F-CFCD6D51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C999E0-13A4-46B5-8525-B3A4332A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275256-72AE-4CE9-8373-26BCEC0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1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A38B8-D9AE-48C0-8C0A-2C054EBC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3441F2-416C-4DCE-9F8C-1BAE6786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DDA161-4894-4F82-B188-800456AD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F9BA4C-B570-4974-9AC1-3BAFF73A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23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D54197-DF6A-461B-8B8F-F25A1C18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8D4FAA-E6AC-4E35-9B08-48E156F5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26F8D-8CD3-476D-A7C9-0AE0EB36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868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CA2E3-5487-470F-A705-915E92A5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A052E0-3A46-4128-B81E-4332FD9AC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516CE3-19AC-4D69-AD3A-B1DA0D60D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29AD0-3673-4546-89DD-E0911A11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390E6B-F3D8-4AD8-849B-3A10A41B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AD7FB6-CAC5-4FDC-AE4C-1009F0DA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84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D0373-9921-455F-AA8C-9768338A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F9FC78-C460-452E-A58E-F7F1AAB08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475B7E-A4D5-45FF-9B41-2D10D08DD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1BA3A8-8990-495C-8100-42AA31C3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CEACF7-8BD4-4C94-ADD9-247C4C56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74418F-075E-4F2B-B048-5AB13698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17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E7E25-8790-41F1-AB0E-C781AF2D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92D407-614C-4CF3-9587-C7515CF34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18B73F-7701-4CC2-ABEA-B41008D51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80543-E672-491C-B1B3-DAA2B1D2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77FA70-D7AB-4711-ACBF-B196DAA9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45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0869EE-8A4E-4380-B8F9-78F3683AF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B1E8F3-62F2-4ABB-8F5D-66720217E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EA6A4-E9B5-4313-B5E2-CC6C420B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3594FD-0305-4FA5-B16D-36C2BF35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D056F-2CD6-4993-A740-9495B034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193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66EA5-D24D-4105-B851-5BFF823E5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4" y="157736"/>
            <a:ext cx="8543745" cy="333970"/>
          </a:xfrm>
        </p:spPr>
        <p:txBody>
          <a:bodyPr>
            <a:no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5A361-62E8-4432-BF86-EADAF9A2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675" y="104533"/>
            <a:ext cx="569634" cy="440376"/>
          </a:xfrm>
        </p:spPr>
        <p:txBody>
          <a:bodyPr/>
          <a:lstStyle>
            <a:lvl1pPr>
              <a:defRPr sz="2000"/>
            </a:lvl1pPr>
          </a:lstStyle>
          <a:p>
            <a:fld id="{C68A7AE9-EEF5-4FEA-92B0-19A823A5F40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81155" y="560717"/>
            <a:ext cx="118851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829675" y="157736"/>
            <a:ext cx="2819400" cy="333970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1724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7E3902-6C13-4ECB-9C8F-33C09847B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60D1CA-A5BB-42F1-841D-3D73F884C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519BD6-1C24-4B95-A4F3-669BF944C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0E8703-8B0A-4936-9096-01DE2935F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918357-F892-4579-9B4B-4842E7AD3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defRPr>
            </a:lvl1pPr>
          </a:lstStyle>
          <a:p>
            <a:fld id="{C68A7AE9-EEF5-4FEA-92B0-19A823A5F4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24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5F37E-1049-7CB7-BD1C-DA019D70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D825CCD4-3C77-4EDA-A43C-1BDA6E7E1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02" y="3429000"/>
            <a:ext cx="3054102" cy="305410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D244F26A-A6D1-4E1F-9F86-31030E825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453" y="3429000"/>
            <a:ext cx="3054102" cy="3054102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7BCB58A-B74D-4C45-B468-F59BE7A5E5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614" y="3429000"/>
            <a:ext cx="3054102" cy="305410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B4803A0-3C65-4164-8ED7-7A99E986D1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02" y="977716"/>
            <a:ext cx="3054102" cy="305410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97B20DB1-85E5-4E74-99A0-76721B99D5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453" y="977716"/>
            <a:ext cx="3054102" cy="305410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BBD2EA5-6A48-4447-A112-0F4C0EFB64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614" y="977716"/>
            <a:ext cx="3054102" cy="3054102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A9235E6F-19CA-4B57-D432-BF123A22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4" y="157736"/>
            <a:ext cx="9629596" cy="333970"/>
          </a:xfrm>
        </p:spPr>
        <p:txBody>
          <a:bodyPr/>
          <a:lstStyle/>
          <a:p>
            <a:r>
              <a:rPr lang="en-US" altLang="ko-KR" dirty="0"/>
              <a:t>HF</a:t>
            </a:r>
            <a:r>
              <a:rPr lang="ko-KR" altLang="en-US" dirty="0"/>
              <a:t> </a:t>
            </a:r>
            <a:r>
              <a:rPr lang="en-US" altLang="ko-KR" dirty="0"/>
              <a:t>trajectory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0B1FC69-82EB-61DB-2ABF-BF34AF54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21" name="텍스트 개체 틀 2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18A292-53A5-4BAC-A73E-40C101CF860F}"/>
              </a:ext>
            </a:extLst>
          </p:cNvPr>
          <p:cNvSpPr txBox="1"/>
          <p:nvPr/>
        </p:nvSpPr>
        <p:spPr>
          <a:xfrm>
            <a:off x="2869944" y="977716"/>
            <a:ext cx="582211" cy="416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DFT</a:t>
            </a:r>
            <a:endParaRPr lang="ko-KR" altLang="en-US" sz="1600" dirty="0" err="1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5428E9-8F99-47E0-9F6A-CD229FBEB60D}"/>
              </a:ext>
            </a:extLst>
          </p:cNvPr>
          <p:cNvSpPr txBox="1"/>
          <p:nvPr/>
        </p:nvSpPr>
        <p:spPr>
          <a:xfrm>
            <a:off x="5712774" y="977716"/>
            <a:ext cx="1266693" cy="416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SevenNet-0</a:t>
            </a:r>
            <a:endParaRPr lang="ko-KR" altLang="en-US" sz="1600" dirty="0" err="1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41BB26-26EC-4D87-A001-5780E0923856}"/>
              </a:ext>
            </a:extLst>
          </p:cNvPr>
          <p:cNvSpPr txBox="1"/>
          <p:nvPr/>
        </p:nvSpPr>
        <p:spPr>
          <a:xfrm>
            <a:off x="8829675" y="977716"/>
            <a:ext cx="1712328" cy="416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SevenNet-0 (FT)</a:t>
            </a:r>
            <a:endParaRPr lang="ko-KR" altLang="en-US" sz="1600" dirty="0" err="1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6865FD-32D0-4D35-B42F-D58ACB55C830}"/>
              </a:ext>
            </a:extLst>
          </p:cNvPr>
          <p:cNvSpPr txBox="1"/>
          <p:nvPr/>
        </p:nvSpPr>
        <p:spPr>
          <a:xfrm>
            <a:off x="260117" y="2000719"/>
            <a:ext cx="1024128" cy="78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Largest</a:t>
            </a:r>
            <a:b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diffusivity</a:t>
            </a:r>
            <a:endParaRPr lang="ko-KR" altLang="en-US" sz="1600" dirty="0" err="1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E7A62B-4DDC-4010-AB9C-F8764FDD0144}"/>
              </a:ext>
            </a:extLst>
          </p:cNvPr>
          <p:cNvSpPr txBox="1"/>
          <p:nvPr/>
        </p:nvSpPr>
        <p:spPr>
          <a:xfrm>
            <a:off x="260117" y="4406808"/>
            <a:ext cx="1024128" cy="78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Smallest</a:t>
            </a:r>
            <a:b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diffusivity</a:t>
            </a:r>
            <a:endParaRPr lang="ko-KR" altLang="en-US" sz="1600" dirty="0" err="1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E85338EE-9A17-403D-99E8-5FAC215F0E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99215" y="2250455"/>
            <a:ext cx="5668620" cy="294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52393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  <p:par>
              <p:cTn id="3"/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150000"/>
          </a:lnSpc>
          <a:defRPr sz="1600" dirty="0" err="1" smtClean="0">
            <a:ln>
              <a:solidFill>
                <a:schemeClr val="tx1">
                  <a:alpha val="30000"/>
                </a:schemeClr>
              </a:solidFill>
            </a:ln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127006</TotalTime>
  <Words>12</Words>
  <Application>Microsoft Office PowerPoint</Application>
  <PresentationFormat>와이드스크린</PresentationFormat>
  <Paragraphs>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나눔고딕</vt:lpstr>
      <vt:lpstr>맑은 고딕</vt:lpstr>
      <vt:lpstr>Arial</vt:lpstr>
      <vt:lpstr>Office 테마</vt:lpstr>
      <vt:lpstr>HF trajectory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 형민</dc:creator>
  <cp:lastModifiedBy>New_guy</cp:lastModifiedBy>
  <cp:revision>7262</cp:revision>
  <dcterms:created xsi:type="dcterms:W3CDTF">2022-02-10T15:16:53Z</dcterms:created>
  <dcterms:modified xsi:type="dcterms:W3CDTF">2024-12-09T00:36:04Z</dcterms:modified>
</cp:coreProperties>
</file>